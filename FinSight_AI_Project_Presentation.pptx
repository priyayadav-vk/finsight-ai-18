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D4ED8"/>
                </a:solidFill>
              </a:defRPr>
            </a:pPr>
            <a:r>
              <a:t>FinSight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Intelligent Stock Market Prediction &amp; Investment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881360" cy="9144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FinSight AI is a stock prediction and analysis web application built in Python using Streamlit.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The system helps users analyze stocks, view technical indicators, and get AI-based BUY/HOLD/SELL signals.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It is designed for financial analysis, investment support, and educational use.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The project follows a practical ML workflow: data collection, feature engineering, training, evaluation, and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Problem: Stock markets are volatile and difficult to interpret manually using raw price movement alone.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Objective: Build an AI-powered assistant that predicts next-day price movement and supports decision-making.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Goal: Provide a user-friendly dashboard with technical indicators, market insights, and model explainability.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Impact: Helps beginners and analysts understand stock trends using data-driven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1. Collect historical stock data from Yahoo Finance.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2. Perform feature engineering using OHLCV data and technical indicators.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3. Train a Random Forest Regressor for next-day close price prediction.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4. Evaluate the model using MAE, RMSE, and R² score.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5. Deploy the model through an interactive Streamlit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Moving Averages (MA10, MA20)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Relative Strength Index (RSI)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MACD and MACD Histogram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Historical Volatility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Daily Return and Price Momentum Signals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Prediction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Input Data → Feature Engineering → Normalization → Random Forest Training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Predicted Close Price → Signal Generation → BUY / HOLD / SELL Decision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Model stores: trained estimator, scaler, and metadata files for reuse.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Dashboard displays live market status, company metrics, and ML-based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Random Forest Regressor used for prediction.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Training Set: MAE = ₹15.65, RMSE = ₹19.96, R² = 0.9781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Test Set: MAE = ₹34.10, RMSE = ₹46.73, R² = 0.8476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These metrics indicate strong trend-learning ability and practical usefulness for stock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FinSight AI combines machine learning, technical analysis, and interactive UI design.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It delivers a practical stock forecasting assistant that is easy for users to understand and use.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The system can be extended with more companies, additional indicators, and improved forecasting models.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Future scope: deeper AI insights, real-time market ingestion, and portfolio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